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4"/>
    <p:sldId id="269" r:id="rId5"/>
    <p:sldId id="259" r:id="rId6"/>
    <p:sldId id="266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EB46A-26D9-4B79-A0BA-94F0685D32D0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0B1D7-2D89-41AD-A35D-8CABD3C8F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7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20A89-1EA5-4B48-949C-8D49FA71E17A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A0E909-4676-4DFF-ACF3-65FD721A0C35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A0D50A7-FC51-45F0-ACE8-52BE692F1158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6EF69A-9B98-48A6-8714-D502F21C59AC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68901D-AE11-453B-BAB5-EBEBF3FD6D52}" type="datetime1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6EFD338-D2AE-4808-B786-CD8FFD22129C}" type="datetime1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5FCE24-E184-4609-AA44-1D31475DE58F}" type="datetime1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2F83FF-62C9-4D61-84C4-3D92576553DA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872C22-043C-453D-BC8F-50D3C2C8D791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0F6FA3-7D56-4F82-BC8C-4558DAB8F5A1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66328A-B452-492B-B140-676AC5719AC5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2448" y="652145"/>
            <a:ext cx="9163372" cy="2316480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Operating system and system programming (25CS2104E)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3200" b="1" dirty="0">
                <a:solidFill>
                  <a:srgbClr val="C00000"/>
                </a:solidFill>
                <a:latin typeface="+mn-lt"/>
              </a:rPr>
              <a:t>Kernal Monitor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0015" y="4846321"/>
            <a:ext cx="5384800" cy="191389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Team Members:</a:t>
            </a:r>
          </a:p>
          <a:p>
            <a:r>
              <a:rPr lang="en-US" dirty="0">
                <a:solidFill>
                  <a:srgbClr val="002060"/>
                </a:solidFill>
              </a:rPr>
              <a:t>R Sai Charan Reddi-2520090184</a:t>
            </a:r>
          </a:p>
          <a:p>
            <a:r>
              <a:rPr lang="en-US" dirty="0">
                <a:solidFill>
                  <a:srgbClr val="002060"/>
                </a:solidFill>
              </a:rPr>
              <a:t>G ManiDeep Patel-2520090100</a:t>
            </a:r>
          </a:p>
          <a:p>
            <a:r>
              <a:rPr lang="en-US" dirty="0">
                <a:solidFill>
                  <a:srgbClr val="002060"/>
                </a:solidFill>
              </a:rPr>
              <a:t>P Akhil Yadav-2520090155</a:t>
            </a:r>
          </a:p>
          <a:p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78912-86E2-3DFA-A0B9-1E6CB3A9493D}"/>
              </a:ext>
            </a:extLst>
          </p:cNvPr>
          <p:cNvSpPr txBox="1"/>
          <p:nvPr/>
        </p:nvSpPr>
        <p:spPr>
          <a:xfrm>
            <a:off x="167185" y="4846321"/>
            <a:ext cx="439116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2400" kern="100" dirty="0"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/>
            <a:endParaRPr lang="en-US" sz="2200" b="1" dirty="0">
              <a:solidFill>
                <a:schemeClr val="tx1"/>
              </a:solidFill>
            </a:endParaRP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Raghupathi M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CSE Department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79BAB-0195-236A-70B8-3DECB286B2B5}"/>
              </a:ext>
            </a:extLst>
          </p:cNvPr>
          <p:cNvSpPr txBox="1"/>
          <p:nvPr/>
        </p:nvSpPr>
        <p:spPr>
          <a:xfrm>
            <a:off x="3377272" y="3596988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Review-I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0F90F-71A8-55C8-147D-12E2510A5A52}"/>
              </a:ext>
            </a:extLst>
          </p:cNvPr>
          <p:cNvSpPr txBox="1"/>
          <p:nvPr/>
        </p:nvSpPr>
        <p:spPr>
          <a:xfrm>
            <a:off x="1" y="233265"/>
            <a:ext cx="2230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6109" y="806448"/>
            <a:ext cx="6936386" cy="3735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7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cs typeface="Gautami" panose="020B0502040204020203" pitchFamily="34" charset="0"/>
              </a:rPr>
              <a:t>System Architecture</a:t>
            </a:r>
            <a:endParaRPr lang="en-IN" sz="3200" b="0" i="0" u="none" strike="noStrike" dirty="0">
              <a:effectLst/>
              <a:latin typeface="Arial" panose="020B07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7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endParaRPr lang="en-IN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029D6-E146-55B7-6FE6-DD167709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79801-AD4A-4368-9C25-F8FFDCCA9D13}" type="datetime1">
              <a:rPr lang="en-US" smtClean="0"/>
              <a:t>10/3/2026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31D3A-8519-E357-DDA9-EAECFBBA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E0CFDE-CD93-201B-A399-23510E8E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97D3-BC04-F1C9-00E9-94B0738C1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0EE572-4D82-788D-1F78-27496C772BA7}"/>
              </a:ext>
            </a:extLst>
          </p:cNvPr>
          <p:cNvSpPr txBox="1"/>
          <p:nvPr/>
        </p:nvSpPr>
        <p:spPr>
          <a:xfrm>
            <a:off x="2927480" y="1347482"/>
            <a:ext cx="87451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rPr lang="en-US" sz="2000" dirty="0"/>
              <a:t>Kernel Monitor is a Linux-based system monitoring project designed to observe and display important operating system and kernel-level information in a user-friendly manner.</a:t>
            </a:r>
          </a:p>
          <a:p>
            <a:pPr algn="l">
              <a:defRPr sz="1600" b="0"/>
            </a:pPr>
            <a:endParaRPr lang="en-US" sz="2000" dirty="0"/>
          </a:p>
          <a:p>
            <a:pPr algn="l">
              <a:defRPr sz="1600" b="0"/>
            </a:pPr>
            <a:r>
              <a:rPr lang="en-US" sz="2000" dirty="0"/>
              <a:t>The project monitors CPU utilization, memory usage, running processes, process IDs, system uptime, and other relevant kernel information using Linux system interfaces, system calls, and the /proc virtual filesystem.</a:t>
            </a:r>
          </a:p>
          <a:p>
            <a:pPr algn="l">
              <a:defRPr sz="1600" b="0"/>
            </a:pPr>
            <a:endParaRPr lang="en-US" sz="2000" dirty="0"/>
          </a:p>
          <a:p>
            <a:pPr algn="l">
              <a:defRPr sz="1600" b="0"/>
            </a:pPr>
            <a:r>
              <a:rPr lang="en-US" sz="2000" dirty="0"/>
              <a:t>The collected data is processed by a C/C++ based monitoring application and presented in a clear and understandable format.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E3377-AD48-C317-56EF-BB6DEA41C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7DFF9B-AF13-3CBC-C2B1-8156A6C27ADB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2E30A3-627A-0C0D-8E68-FFD84EF51DAA}"/>
              </a:ext>
            </a:extLst>
          </p:cNvPr>
          <p:cNvSpPr txBox="1"/>
          <p:nvPr/>
        </p:nvSpPr>
        <p:spPr>
          <a:xfrm>
            <a:off x="2660072" y="22167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559BE-24A9-DD17-5994-3CA09176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7AC3-148D-47E6-92EE-86CA146E5716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CD269-83F2-F4C5-3099-E35078586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16F905-9B47-5A88-4155-AE1A2A4C5948}"/>
              </a:ext>
            </a:extLst>
          </p:cNvPr>
          <p:cNvSpPr txBox="1"/>
          <p:nvPr/>
        </p:nvSpPr>
        <p:spPr>
          <a:xfrm>
            <a:off x="3048777" y="1659285"/>
            <a:ext cx="897838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rPr lang="en-US" sz="2000" dirty="0"/>
              <a:t>• Modern operating systems continuously manage CPU resources, memory, processes, and other system activities.</a:t>
            </a:r>
          </a:p>
          <a:p>
            <a:pPr algn="l">
              <a:defRPr sz="1600" b="0"/>
            </a:pPr>
            <a:endParaRPr lang="en-US" sz="2000" dirty="0"/>
          </a:p>
          <a:p>
            <a:pPr algn="l">
              <a:defRPr sz="1600" b="0"/>
            </a:pPr>
            <a:r>
              <a:rPr lang="en-US" sz="2000" dirty="0"/>
              <a:t>• Understanding these resources at the operating-system level can be difficult without practical observation tools.</a:t>
            </a:r>
          </a:p>
          <a:p>
            <a:pPr algn="l">
              <a:defRPr sz="1600" b="0"/>
            </a:pPr>
            <a:endParaRPr lang="en-US" sz="2000" dirty="0"/>
          </a:p>
          <a:p>
            <a:pPr algn="l">
              <a:defRPr sz="1600" b="0"/>
            </a:pPr>
            <a:r>
              <a:rPr lang="en-US" sz="2000" dirty="0"/>
              <a:t>• Kernel Monitor aims to develop a Linux-based monitoring application that collects and displays CPU utilization, memory usage, running processes, process IDs, and system uptime.</a:t>
            </a:r>
          </a:p>
          <a:p>
            <a:pPr algn="l">
              <a:defRPr sz="1600" b="0"/>
            </a:pPr>
            <a:endParaRPr lang="en-US" sz="2000" dirty="0"/>
          </a:p>
          <a:p>
            <a:pPr algn="l">
              <a:defRPr sz="1600" b="0"/>
            </a:pPr>
            <a:r>
              <a:rPr lang="en-US" sz="2000" dirty="0"/>
              <a:t>• The project demonstrates process management, memory management, CPU utilization, system information retrieval, system calls, and interaction between user-level programs and the Linux kernel.</a:t>
            </a:r>
          </a:p>
        </p:txBody>
      </p:sp>
    </p:spTree>
    <p:extLst>
      <p:ext uri="{BB962C8B-B14F-4D97-AF65-F5344CB8AC3E}">
        <p14:creationId xmlns:p14="http://schemas.microsoft.com/office/powerpoint/2010/main" val="401618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596004" y="221615"/>
            <a:ext cx="6374349" cy="52959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970655" y="221615"/>
            <a:ext cx="6374348" cy="671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</a:rPr>
              <a:t>Hardware and Software requirements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974340" y="1253490"/>
            <a:ext cx="5774690" cy="3643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500" b="1" dirty="0"/>
              <a:t>List the Requirements in table format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B27F7-CA90-4D59-F334-BDE7693B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03DE9-87EE-417A-AE3E-75342F0B996E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63280-B772-867A-6341-08A7DB8CC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68017F-D3B4-21AA-A5B7-0930FD021F0C}"/>
              </a:ext>
            </a:extLst>
          </p:cNvPr>
          <p:cNvSpPr txBox="1"/>
          <p:nvPr/>
        </p:nvSpPr>
        <p:spPr>
          <a:xfrm>
            <a:off x="3048778" y="1782396"/>
            <a:ext cx="609755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rPr lang="en-US" sz="1600" b="1" dirty="0"/>
              <a:t>Hardware Requirements</a:t>
            </a:r>
          </a:p>
          <a:p>
            <a:pPr algn="l">
              <a:defRPr sz="1600" b="0"/>
            </a:pPr>
            <a:r>
              <a:rPr lang="en-US" sz="1600" dirty="0"/>
              <a:t>• Computer/Laptop</a:t>
            </a:r>
          </a:p>
          <a:p>
            <a:pPr algn="l">
              <a:defRPr sz="1600" b="0"/>
            </a:pPr>
            <a:r>
              <a:rPr lang="en-US" sz="1600" dirty="0"/>
              <a:t>• Sufficient RAM and storage for Linux development and testing</a:t>
            </a:r>
          </a:p>
          <a:p>
            <a:pPr algn="l">
              <a:defRPr sz="1600" b="0"/>
            </a:pPr>
            <a:endParaRPr lang="en-US" sz="1600" dirty="0"/>
          </a:p>
          <a:p>
            <a:pPr algn="l">
              <a:defRPr sz="1600" b="0"/>
            </a:pPr>
            <a:r>
              <a:rPr lang="en-US" sz="1600" b="1" dirty="0"/>
              <a:t>Software Requirements</a:t>
            </a:r>
          </a:p>
          <a:p>
            <a:pPr algn="l">
              <a:defRPr sz="1600" b="0"/>
            </a:pPr>
            <a:r>
              <a:rPr lang="en-US" sz="1600" dirty="0"/>
              <a:t>• Linux / Ubuntu</a:t>
            </a:r>
          </a:p>
          <a:p>
            <a:pPr algn="l">
              <a:defRPr sz="1600" b="0"/>
            </a:pPr>
            <a:r>
              <a:rPr lang="en-US" sz="1600" dirty="0"/>
              <a:t>• C / C++</a:t>
            </a:r>
          </a:p>
          <a:p>
            <a:pPr algn="l">
              <a:defRPr sz="1600" b="0"/>
            </a:pPr>
            <a:r>
              <a:rPr lang="en-US" sz="1600" dirty="0"/>
              <a:t>• GCC / G++</a:t>
            </a:r>
          </a:p>
          <a:p>
            <a:pPr algn="l">
              <a:defRPr sz="1600" b="0"/>
            </a:pPr>
            <a:r>
              <a:rPr lang="en-US" sz="1600" dirty="0"/>
              <a:t>• Linux Terminal</a:t>
            </a:r>
          </a:p>
          <a:p>
            <a:pPr algn="l">
              <a:defRPr sz="1600" b="0"/>
            </a:pPr>
            <a:r>
              <a:rPr lang="en-US" sz="1600" dirty="0"/>
              <a:t>• /proc Filesystem</a:t>
            </a:r>
          </a:p>
          <a:p>
            <a:pPr algn="l">
              <a:defRPr sz="1600" b="0"/>
            </a:pPr>
            <a:r>
              <a:rPr lang="en-US" sz="1600" dirty="0"/>
              <a:t>• POSIX APIs</a:t>
            </a:r>
          </a:p>
          <a:p>
            <a:pPr algn="l">
              <a:defRPr sz="1600" b="0"/>
            </a:pPr>
            <a:r>
              <a:rPr lang="en-US" sz="1600" dirty="0"/>
              <a:t>• Git / GitHub</a:t>
            </a:r>
          </a:p>
          <a:p>
            <a:pPr algn="l">
              <a:defRPr sz="1600" b="0"/>
            </a:pPr>
            <a:r>
              <a:rPr lang="en-US" sz="1600" dirty="0"/>
              <a:t>• VS Code / Vim / Nano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System Architecture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0467B-10ED-0439-355C-AB546904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60B09-1F77-4EDB-8151-1F057DCF6ADD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128EC-BFB0-E687-111E-633D5D579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270E2-F3DF-F5D0-362B-000BA0CD1A10}"/>
              </a:ext>
            </a:extLst>
          </p:cNvPr>
          <p:cNvSpPr txBox="1"/>
          <p:nvPr/>
        </p:nvSpPr>
        <p:spPr>
          <a:xfrm>
            <a:off x="3048777" y="1782396"/>
            <a:ext cx="70255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/>
            </a:pPr>
            <a:r>
              <a:rPr lang="en-US" sz="1600" dirty="0"/>
              <a:t>Linux Kernel</a:t>
            </a:r>
            <a:endParaRPr lang="en-US" sz="2800" b="1" dirty="0">
              <a:solidFill>
                <a:schemeClr val="bg1"/>
              </a:solidFill>
            </a:endParaRPr>
          </a:p>
          <a:p>
            <a:pPr algn="l">
              <a:defRPr sz="1600" b="0"/>
            </a:pPr>
            <a:r>
              <a:rPr lang="en-US" sz="1600" dirty="0"/>
              <a:t>        ↓</a:t>
            </a:r>
          </a:p>
          <a:p>
            <a:pPr algn="l">
              <a:defRPr sz="1600" b="0"/>
            </a:pPr>
            <a:r>
              <a:rPr lang="en-US" sz="1600" dirty="0"/>
              <a:t>/proc Filesystem + System Calls / POSIX APIs</a:t>
            </a:r>
          </a:p>
          <a:p>
            <a:pPr algn="l">
              <a:defRPr sz="1600" b="0"/>
            </a:pPr>
            <a:r>
              <a:rPr lang="en-US" sz="1600" dirty="0"/>
              <a:t>        ↓</a:t>
            </a:r>
          </a:p>
          <a:p>
            <a:pPr algn="l">
              <a:defRPr sz="1600" b="0"/>
            </a:pPr>
            <a:r>
              <a:rPr lang="en-US" sz="1600" dirty="0"/>
              <a:t>Kernel Monitor Application (C/C++)</a:t>
            </a:r>
          </a:p>
          <a:p>
            <a:pPr algn="l">
              <a:defRPr sz="1600" b="0"/>
            </a:pPr>
            <a:r>
              <a:rPr lang="en-US" sz="1600" dirty="0"/>
              <a:t>        ↓</a:t>
            </a:r>
          </a:p>
          <a:p>
            <a:pPr algn="l">
              <a:defRPr sz="1600" b="0"/>
            </a:pPr>
            <a:r>
              <a:rPr lang="en-US" sz="1600" dirty="0"/>
              <a:t>Data Processing</a:t>
            </a:r>
          </a:p>
          <a:p>
            <a:pPr algn="l">
              <a:defRPr sz="1600" b="0"/>
            </a:pPr>
            <a:r>
              <a:rPr lang="en-US" sz="1600" dirty="0"/>
              <a:t>        ↓</a:t>
            </a:r>
          </a:p>
          <a:p>
            <a:pPr algn="l">
              <a:defRPr sz="1600" b="0"/>
            </a:pPr>
            <a:r>
              <a:rPr lang="en-US" sz="1600" dirty="0"/>
              <a:t>System Information Display</a:t>
            </a:r>
          </a:p>
          <a:p>
            <a:pPr algn="l">
              <a:defRPr sz="1600" b="0"/>
            </a:pPr>
            <a:endParaRPr lang="en-US" sz="1600" dirty="0"/>
          </a:p>
          <a:p>
            <a:pPr algn="l">
              <a:defRPr sz="1600" b="0"/>
            </a:pPr>
            <a:r>
              <a:rPr lang="en-US" sz="1600" dirty="0"/>
              <a:t>Main monitored information:</a:t>
            </a:r>
          </a:p>
          <a:p>
            <a:pPr algn="l">
              <a:defRPr sz="1600" b="0"/>
            </a:pPr>
            <a:r>
              <a:rPr lang="en-US" sz="1600" dirty="0"/>
              <a:t>CPU Utilization | Memory Usage | Running Processes | PIDs | System Uptime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64234-7A34-7521-498A-DD3F6E491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2186-ABE7-42AB-8003-2FA9F73CA34D}" type="datetime1">
              <a:rPr lang="en-US" smtClean="0"/>
              <a:t>10/3/2026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9A4F7-9EC8-2129-C8BB-C74E5E40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C5B-9EF4-44F9-8A5E-F9CA765F3D6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362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       Operating system and system programming (25CS2104E)  Kernal Monitor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Sai Charan Reddy</cp:lastModifiedBy>
  <cp:revision>27</cp:revision>
  <dcterms:created xsi:type="dcterms:W3CDTF">2026-08-31T05:18:20Z</dcterms:created>
  <dcterms:modified xsi:type="dcterms:W3CDTF">2026-10-03T04:04:16Z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2E321512259BCFD0FA0C956AC94F79BD_43</vt:lpwstr>
  </property>
  <property fmtid="{D5CDD505-2E9C-101B-9397-08002B2CF9AE}" pid="3" name="KSOProductBuildVer">
    <vt:lpwstr>1033-12.1.26050.26050</vt:lpwstr>
  </property>
</Properties>
</file>