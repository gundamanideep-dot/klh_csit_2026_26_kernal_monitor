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IeAkCAVCq6Jia_kv9vEHgHaD2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ptos"/>
              </a:defRPr>
            </a:pPr>
            <a:r>
              <a:t>KERNEL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CBD5E1"/>
                </a:solidFill>
                <a:latin typeface="Aptos"/>
              </a:defRPr>
            </a:pPr>
            <a:r>
              <a:t>System design, implementation plan and module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4A3B8"/>
                </a:solidFill>
                <a:latin typeface="Aptos"/>
              </a:defRPr>
            </a:pPr>
            <a:r>
              <a:t>Operating Systems and Systems Programming (25CS2104E)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2E8F0"/>
                </a:solidFill>
                <a:latin typeface="Aptos"/>
              </a:defRPr>
            </a:pPr>
            <a:r>
              <a:t>Team 26  •  Section 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CBD5E1"/>
                </a:solidFill>
                <a:latin typeface="Aptos"/>
              </a:defRPr>
            </a:pPr>
            <a:r>
              <a:t>R. Sai Charan Reddi — Design, coordination, testing, documentation and GitHub</a:t>
            </a:r>
          </a:p>
          <a:p>
            <a:pPr>
              <a:spcAft>
                <a:spcPts val="800"/>
              </a:spcAft>
              <a:defRPr sz="1200" b="0">
                <a:solidFill>
                  <a:srgbClr val="CBD5E1"/>
                </a:solidFill>
                <a:latin typeface="Aptos"/>
              </a:defRPr>
            </a:pPr>
            <a:r>
              <a:t>G. Mani Deep Patel — CPU and memory monitoring module</a:t>
            </a:r>
          </a:p>
          <a:p>
            <a:pPr>
              <a:spcAft>
                <a:spcPts val="800"/>
              </a:spcAft>
              <a:defRPr sz="1200" b="0">
                <a:solidFill>
                  <a:srgbClr val="CBD5E1"/>
                </a:solidFill>
                <a:latin typeface="Aptos"/>
              </a:defRPr>
            </a:pPr>
            <a:r>
              <a:t>P. Akhil Yadav — Process monitoring and /proc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KERNEL MONITOR  •  Review 2  |  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FEAD3F-47B4-5DC3-2AD2-9FD22019A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-37866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2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Input/source layer: Linux kernel information exposed through /proc and system interfaces.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Collection layer: read system files and enumerate process directories.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Processing layer: interpret values and prepare readable CPU, memory, uptime and process details.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Presentation layer: display current system status in the monitor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2  | 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F4D452-86DD-8A73-1875-1252B16A6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2  |  From kernel data to readable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1737360" cy="1051560"/>
          </a:xfrm>
          <a:prstGeom prst="round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Linux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33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E749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2377440"/>
            <a:ext cx="1737360" cy="1051560"/>
          </a:xfrm>
          <a:prstGeom prst="round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/proc + system</a:t>
            </a:r>
            <a:br/>
            <a:r>
              <a:t>interfaces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33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E749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377440"/>
            <a:ext cx="1737360" cy="1051560"/>
          </a:xfrm>
          <a:prstGeom prst="roundRect">
            <a:avLst/>
          </a:prstGeom>
          <a:solidFill>
            <a:srgbClr val="DBE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C/C++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633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E749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377440"/>
            <a:ext cx="1737360" cy="1051560"/>
          </a:xfrm>
          <a:prstGeom prst="roundRect">
            <a:avLst/>
          </a:prstGeom>
          <a:solidFill>
            <a:srgbClr val="DBE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Data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633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E749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377440"/>
            <a:ext cx="1737360" cy="1051560"/>
          </a:xfrm>
          <a:prstGeom prst="roundRect">
            <a:avLst/>
          </a:prstGeom>
          <a:solidFill>
            <a:srgbClr val="DBE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System info</a:t>
            </a:r>
            <a:br/>
            <a:r>
              <a:t>display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34155"/>
                </a:solidFill>
                <a:latin typeface="Aptos"/>
              </a:defRPr>
            </a:pPr>
            <a:r>
              <a:t>Data planned for display: CPU utilization • memory usage • uptime • running processes • PIDs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75569"/>
                </a:solidFill>
                <a:latin typeface="Aptos"/>
              </a:defRPr>
            </a:pPr>
            <a:r>
              <a:t>Refresh the monitor to observe changes in system resource usage and process activity.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2  |  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96D518-22ED-12B1-2D3D-55ADBA835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Core Monitoring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2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CPU monitoring: obtain CPU-related counters and derive utilization where implemented.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Memory monitoring: display total/available or used memory values from system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Process monitoring: list process IDs and relevant process details from /proc.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System information: show uptime and selected OS/kernel details.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Refresh behaviour: re-read the information so users can observe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Use this slide to explain only the modules that are implemented in your current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2  |  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5DD915-802B-06DA-DDEB-6E93C143F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Linux Interfaces and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2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/proc: virtual filesystem containing kernel and process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open(), read(), close(): access and release system files.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opendir(), readdir(), closedir(): inspect process directories under /proc.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getpid() and getppid(): obtain current and parent process IDs.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POSIX APIs and system calls provide access to operating-system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2  |  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3E2815-F0B0-8763-CB1C-E050DAB9C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Testing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2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Run the application in a Linux/Ubuntu environment.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Compare displayed process IDs with terminal process tools such as ps.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Observe whether CPU and memory values change as system activity changes.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Check that files and directories are closed after use.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Test refresh behaviour and readability of the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2  |  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C6BB37-58FA-4B6B-913E-1DD59814F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Team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2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R. Sai Charan Reddi — Design, coordination, testing, documentation and GitHub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G. Mani Deep Patel — CPU and memory monitoring module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P. Akhil Yadav — Process monitoring and /proc implementation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Coordinate integration so all modules use a consistent output format.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2  |  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697A2E-99DA-6698-7A4C-F07DB084B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Current Status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2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Design basis: project abstract and proposed methodology.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Implementation evidence: insert screenshots of your actual running application here.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Next: finish module integration, test displayed values and fix edge cases.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Next: document test cases and prepare a short live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The uploaded abstract does not specify completed implementation results; update this slide to match your actual progress.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2  |  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3D50C2-6A01-A310-0CF8-E49064800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9CB0D9-8BBA-FE77-1869-BD5FD41E274F}"/>
              </a:ext>
            </a:extLst>
          </p:cNvPr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E44AAD-4E23-1E19-D64E-7B13D6A10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33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632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Charan Reddy</cp:lastModifiedBy>
  <cp:revision>2</cp:revision>
  <dcterms:created xsi:type="dcterms:W3CDTF">2013-01-27T09:14:16Z</dcterms:created>
  <dcterms:modified xsi:type="dcterms:W3CDTF">2026-10-13T06:38:54Z</dcterms:modified>
  <cp:category/>
</cp:coreProperties>
</file>