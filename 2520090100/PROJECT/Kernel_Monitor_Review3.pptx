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IeAkCAVCq6Jia_kv9vEHgHaD2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IeAkCAVCq6Jia_kv9vEHgHaD2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IeAkCAVCq6Jia_kv9vEHgHaD2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IeAkCAVCq6Jia_kv9vEHgHaD2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IeAkCAVCq6Jia_kv9vEHgHaD2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IeAkCAVCq6Jia_kv9vEHgHaD2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IeAkCAVCq6Jia_kv9vEHgHaD2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IeAkCAVCq6Jia_kv9vEHgHaD2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IeAkCAVCq6Jia_kv9vEHgHaD2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IeAkCAVCq6Jia_kv9vEHgHaD2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38BDF8"/>
                </a:solidFill>
                <a:latin typeface="Aptos"/>
              </a:defRPr>
            </a:pPr>
            <a:r>
              <a:t>REVIEW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173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F8FAFC"/>
                </a:solidFill>
                <a:latin typeface="Aptos"/>
              </a:defRPr>
            </a:pPr>
            <a:r>
              <a:t>KERNEL MONITOR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9875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CBD5E1"/>
                </a:solidFill>
                <a:latin typeface="Aptos"/>
              </a:defRPr>
            </a:pPr>
            <a:r>
              <a:t>Validation, demonstration and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94A3B8"/>
                </a:solidFill>
                <a:latin typeface="Aptos"/>
              </a:defRPr>
            </a:pPr>
            <a:r>
              <a:t>Operating Systems and Systems Programming (25CS2104E)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2E8F0"/>
                </a:solidFill>
                <a:latin typeface="Aptos"/>
              </a:defRPr>
            </a:pPr>
            <a:r>
              <a:t>Team 26  •  Section 112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CBD5E1"/>
                </a:solidFill>
                <a:latin typeface="Aptos"/>
              </a:defRPr>
            </a:pPr>
            <a:r>
              <a:t>R. Sai Charan Reddi — Design, coordination, testing, documentation and GitHub</a:t>
            </a:r>
          </a:p>
          <a:p>
            <a:pPr>
              <a:spcAft>
                <a:spcPts val="800"/>
              </a:spcAft>
              <a:defRPr sz="1200" b="0">
                <a:solidFill>
                  <a:srgbClr val="CBD5E1"/>
                </a:solidFill>
                <a:latin typeface="Aptos"/>
              </a:defRPr>
            </a:pPr>
            <a:r>
              <a:t>G. Mani Deep Patel — CPU and memory monitoring module</a:t>
            </a:r>
          </a:p>
          <a:p>
            <a:pPr>
              <a:spcAft>
                <a:spcPts val="800"/>
              </a:spcAft>
              <a:defRPr sz="1200" b="0">
                <a:solidFill>
                  <a:srgbClr val="CBD5E1"/>
                </a:solidFill>
                <a:latin typeface="Aptos"/>
              </a:defRPr>
            </a:pPr>
            <a:r>
              <a:t>P. Akhil Yadav — Process monitoring and /proc implementation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94A3B8"/>
                </a:solidFill>
                <a:latin typeface="Aptos"/>
              </a:defRPr>
            </a:pPr>
            <a:r>
              <a:t>KERNEL MONITOR  •  Review 3  |  1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4517B99-5F77-C801-0871-C7AEF5ADE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0492" y="1"/>
            <a:ext cx="2391508" cy="10707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F172A"/>
                </a:solidFill>
                <a:latin typeface="Aptos"/>
              </a:defRPr>
            </a:pPr>
            <a:r>
              <a:t>Project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475569"/>
                </a:solidFill>
                <a:latin typeface="Aptos"/>
              </a:defRPr>
            </a:pPr>
            <a:r>
              <a:t>Review 3  |  Operating Systems and Systems Programming (25CS2104E)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Kernel Monitor is intended to make selected Linux system information easier to observe.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It focuses on CPU utilization, memory usage, uptime, running processes and PIDs.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The implementation approach uses /proc, Linux system interfaces and POSIX APIs.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The project supports practical understanding of process and memory management.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KERNEL MONITOR  •  Review 3  |  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50ECF6-C5DF-E5F6-FCCF-3228C0D8AD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0492" y="1"/>
            <a:ext cx="2391508" cy="10707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F172A"/>
                </a:solidFill>
                <a:latin typeface="Aptos"/>
              </a:defRPr>
            </a:pPr>
            <a:r>
              <a:t>Demonstration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475569"/>
                </a:solidFill>
                <a:latin typeface="Aptos"/>
              </a:defRPr>
            </a:pPr>
            <a:r>
              <a:t>Review 3  |  Operating Systems and Systems Programming (25CS2104E)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Step 1: launch the Kernel Monitor from the Linux terminal.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Step 2: show the CPU and memory information available in the current build.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Step 3: display process information and process IDs.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Step 4: show system uptime and any other implemented system details.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Step 5: refresh the monitor and point out any observed changes.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475569"/>
                </a:solidFill>
                <a:latin typeface="Aptos"/>
              </a:defRPr>
            </a:pPr>
            <a:r>
              <a:t>Replace or reorder steps to match the real application.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KERNEL MONITOR  •  Review 3  |  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93E2340-FC43-B02B-A0B5-5004622A6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0492" y="1"/>
            <a:ext cx="2391508" cy="10707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F172A"/>
                </a:solidFill>
                <a:latin typeface="Aptos"/>
              </a:defRPr>
            </a:pPr>
            <a:r>
              <a:t>Validation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475569"/>
                </a:solidFill>
                <a:latin typeface="Aptos"/>
              </a:defRPr>
            </a:pPr>
            <a:r>
              <a:t>Review 3  |  Operating Systems and Systems Programming (25CS2104E)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CPU and memory values are displayed without crashing.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Process list and PIDs are readable and correspond to current processes.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Uptime and system details are shown when implemented.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Refresh updates the displayed information as expected.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Resource files and directories are closed correctly.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KERNEL MONITOR  •  Review 3  |  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96A148-A4DB-2093-2019-F2C59F176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0492" y="1"/>
            <a:ext cx="2391508" cy="10707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F172A"/>
                </a:solidFill>
                <a:latin typeface="Aptos"/>
              </a:defRPr>
            </a:pPr>
            <a:r>
              <a:t>Results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475569"/>
                </a:solidFill>
                <a:latin typeface="Aptos"/>
              </a:defRPr>
            </a:pPr>
            <a:r>
              <a:t>Review 3  |  Operating Systems and Systems Programming (25CS2104E)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Insert a screenshot of the application running in Linux.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Insert a screenshot showing process IDs and process details.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Insert a screenshot showing CPU, memory and uptime values.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Briefly explain one observation made during testing.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06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475569"/>
                </a:solidFill>
                <a:latin typeface="Aptos"/>
              </a:defRPr>
            </a:pPr>
            <a:r>
              <a:t>Screenshots and measured results were not included in the uploaded abstract, so add evidence from your actual build.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KERNEL MONITOR  •  Review 3  |  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B70DFF-BB58-247E-6112-4CCB557E0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0492" y="1"/>
            <a:ext cx="2391508" cy="10707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F172A"/>
                </a:solidFill>
                <a:latin typeface="Aptos"/>
              </a:defRPr>
            </a:pPr>
            <a:r>
              <a:t>Limitations and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475569"/>
                </a:solidFill>
                <a:latin typeface="Aptos"/>
              </a:defRPr>
            </a:pPr>
            <a:r>
              <a:t>Review 3  |  Operating Systems and Systems Programming (25CS2104E)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The monitor is intended to remain lightweight and terminal-friendly.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Possible enhancement: clearer tables, color-coded warnings and configurable refresh intervals.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Possible enhancement: resource thresholds and alerts for high CPU or memory usage.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Possible enhancement: logging or exporting monitoring snapshots.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KERNEL MONITOR  •  Review 3  |  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BE82E25-25A0-6FBD-4890-B5217A8AA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0492" y="1"/>
            <a:ext cx="2391508" cy="10707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F172A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475569"/>
                </a:solidFill>
                <a:latin typeface="Aptos"/>
              </a:defRPr>
            </a:pPr>
            <a:r>
              <a:t>Review 3  |  Operating Systems and Systems Programming (25CS2104E)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The project applies Linux interfaces and system calls to practical OS monitoring.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It helps connect classroom concepts with live system and process information.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The final evaluation should be supported by screenshots and test observations.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Future improvements can focus on usability, alerts and historical monitoring.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KERNEL MONITOR  •  Review 3  |  7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5D0B2D-3FE2-9D65-E40D-2BF5B90FE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0492" y="1"/>
            <a:ext cx="2391508" cy="10707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0F172A"/>
                </a:solidFill>
                <a:latin typeface="Aptos"/>
              </a:defRPr>
            </a:pPr>
            <a:r>
              <a:t>References and Project Repository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475569"/>
                </a:solidFill>
                <a:latin typeface="Aptos"/>
              </a:defRPr>
            </a:pPr>
            <a:r>
              <a:t>Review 3  |  Operating Systems and Systems Programming (25CS2104E)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Project basis: uploaded Kernel Monitor abstract and problem statement.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Tools: Linux/Ubuntu, C/C++, GCC/G++, /proc, POSIX APIs and Git/GitHub.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Repository listed in the abstract: github.com/gundamanideepot/KLH_CSIT_2026_26_Kernal_monitor</a:t>
            </a:r>
          </a:p>
          <a:p>
            <a:pPr>
              <a:spcAft>
                <a:spcPts val="1400"/>
              </a:spcAft>
              <a:defRPr sz="2000">
                <a:solidFill>
                  <a:srgbClr val="1E293B"/>
                </a:solidFill>
                <a:latin typeface="Aptos"/>
              </a:defRPr>
            </a:pPr>
            <a:r>
              <a:t>Thank you —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48B"/>
                </a:solidFill>
                <a:latin typeface="Aptos"/>
              </a:defRPr>
            </a:pPr>
            <a:r>
              <a:t>KERNEL MONITOR  •  Review 3  |  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C743F4-F1D6-6991-1453-F42D8AB4D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0492" y="1"/>
            <a:ext cx="2391508" cy="10707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31F0FB1-D679-CA40-777F-D2F128ECDFA8}"/>
              </a:ext>
            </a:extLst>
          </p:cNvPr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738089-2C3D-5E9F-2B8D-61F4F6D75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0492" y="1"/>
            <a:ext cx="2391508" cy="1070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6078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600</Words>
  <Application>Microsoft Office PowerPoint</Application>
  <PresentationFormat>Widescreen</PresentationFormat>
  <Paragraphs>63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Charan Reddy</cp:lastModifiedBy>
  <cp:revision>2</cp:revision>
  <dcterms:created xsi:type="dcterms:W3CDTF">2013-01-27T09:14:16Z</dcterms:created>
  <dcterms:modified xsi:type="dcterms:W3CDTF">2026-10-13T06:40:37Z</dcterms:modified>
  <cp:category/>
</cp:coreProperties>
</file>